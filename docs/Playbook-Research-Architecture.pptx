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13248" y="1097280"/>
            <a:ext cx="137160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13248" y="10972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0A1628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</a:rPr>
              <a:t>Playbook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9A84C"/>
                </a:solidFill>
              </a:rPr>
              <a:t>AI-Powered Research Platform — 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19202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FastAPI 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4297680"/>
            <a:ext cx="1920240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42976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SvelteKit 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297680"/>
            <a:ext cx="1920240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2976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PydanticAI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4297680"/>
            <a:ext cx="192024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42976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PostgreSQL + Redis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4297680"/>
            <a:ext cx="19202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2976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AWS-Ready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093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Version 1.0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A84C"/>
                </a:solidFill>
              </a:rPr>
              <a:t>Platform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943600" cy="265176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🔬  Research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Mandatory 4-phase research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36776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6 specialised tools (web, wiki, finance, docs)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84831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Real-time SSE streaming to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32887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Self-evaluation &amp; confidence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980944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Inline citation detection &amp; conflict warnings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777240"/>
            <a:ext cx="5943600" cy="265176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822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👥  Team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188720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Create &amp; manage teams with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636776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Share sessions privately, to team, or 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84831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Threaded comments with @mention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32887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Pin sessions to team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80944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Team activity feed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66160"/>
            <a:ext cx="5943600" cy="265176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1187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</a:rPr>
              <a:t>🧠  Memory &amp;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977639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Post-research entity extraction (GPT-4o-mini)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425696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Cross-session context enrichment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73751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User-defined domain research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321807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BM25 full-text search over uploaded PDFs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769864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Usage tracking &amp; cost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566160"/>
            <a:ext cx="5943600" cy="265176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1187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☁️  Production 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977639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AWS Secrets Manager credential rotation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425696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PostgreSQL RDS + ElastiCache Redis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873751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OIDC SSO (any provider)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321807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Docker Compose for local dev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769864"/>
            <a:ext cx="571500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▸ Async webhook jobs for external integrations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A84C"/>
                </a:solidFill>
              </a:rPr>
              <a:t>System Architecture</a:t>
            </a:r>
          </a:p>
        </p:txBody>
      </p:sp>
      <p:pic>
        <p:nvPicPr>
          <p:cNvPr id="6" name="Picture 5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85800"/>
            <a:ext cx="1188720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97316"/>
                </a:solidFill>
              </a:rPr>
              <a:t>Research Agent — Mandatory 4-Phase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2194560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77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</a:rPr>
              <a:t>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2194560" cy="3474720"/>
          </a:xfrm>
          <a:prstGeom prst="rect">
            <a:avLst/>
          </a:prstGeom>
          <a:solidFill>
            <a:srgbClr val="0F204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73736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create_research_plan tool called first — always.
Structures scope, key questions, and source strategy.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1371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777240"/>
            <a:ext cx="219456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777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</a:rPr>
              <a:t>EXECUTE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645920"/>
            <a:ext cx="2194560" cy="3474720"/>
          </a:xfrm>
          <a:prstGeom prst="rect">
            <a:avLst/>
          </a:prstGeom>
          <a:solidFill>
            <a:srgbClr val="0F20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2" y="173736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Minimum 4 research tool calls with different queries.
web_search · wiki_lookup · get_financials · search_docs · sec_edgar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371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777240"/>
            <a:ext cx="219456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777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0A5FA"/>
                </a:solidFill>
              </a:rPr>
              <a:t>EVALUATE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645920"/>
            <a:ext cx="2194560" cy="3474720"/>
          </a:xfrm>
          <a:prstGeom prst="rect">
            <a:avLst/>
          </a:prstGeom>
          <a:solidFill>
            <a:srgbClr val="0F204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173736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evaluate_research_completeness self-assessment.
Scores confidence 0–100 across breadth, depth, recency, conflict.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371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777240"/>
            <a:ext cx="219456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777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</a:rPr>
              <a:t>DIG DEEPER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645920"/>
            <a:ext cx="2194560" cy="3474720"/>
          </a:xfrm>
          <a:prstGeom prst="rect">
            <a:avLst/>
          </a:prstGeom>
          <a:solidFill>
            <a:srgbClr val="0F204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173736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If confidence &lt; 85% → targeted follow-up searches.
Fills identified gaps before writing begins.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3716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777240"/>
            <a:ext cx="2194560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777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855F7"/>
                </a:solidFill>
              </a:rPr>
              <a:t>REPORT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645920"/>
            <a:ext cx="2194560" cy="3474720"/>
          </a:xfrm>
          <a:prstGeom prst="rect">
            <a:avLst/>
          </a:prstGeom>
          <a:solidFill>
            <a:srgbClr val="0F20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57232" y="173736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Final markdown report with inline citations.
Conflict warnings flagged if &gt;25% numeric variance detected.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57800"/>
            <a:ext cx="11612880" cy="1371600"/>
          </a:xfrm>
          <a:prstGeom prst="rect">
            <a:avLst/>
          </a:prstGeom>
          <a:solidFill>
            <a:srgbClr val="0F20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285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</a:rPr>
              <a:t>Real-time SSE Events streamed to browser: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669280"/>
            <a:ext cx="2103120" cy="347472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669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start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5669280"/>
            <a:ext cx="2103120" cy="347472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5669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tool_call_start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80" y="5669280"/>
            <a:ext cx="2103120" cy="347472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5669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tool_executing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5669280"/>
            <a:ext cx="2103120" cy="347472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80" y="5669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tool_result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5669280"/>
            <a:ext cx="2103120" cy="347472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5480" y="5669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text_delta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6080760"/>
            <a:ext cx="2103120" cy="347472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0807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chart_data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6080760"/>
            <a:ext cx="2103120" cy="347472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97480" y="60807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conflict_warning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6080760"/>
            <a:ext cx="2103120" cy="347472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80" y="60807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final_report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6080760"/>
            <a:ext cx="2103120" cy="347472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60807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done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97316"/>
                </a:solidFill>
              </a:rPr>
              <a:t>Agent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76072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76072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create_research_plan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97864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Structures investigation scope, key questions, and source strategy before any research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58568"/>
            <a:ext cx="576072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58568"/>
            <a:ext cx="576072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585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web_search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7919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Tavily API — up-to-date web results with automatic snippet extraction and URL tracking.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39896"/>
            <a:ext cx="576072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39896"/>
            <a:ext cx="5760720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3989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wiki_lookup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Wikipedia API — encyclopedic background on companies, industries, and concepts.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21224"/>
            <a:ext cx="576072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221224"/>
            <a:ext cx="576072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2122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get_financials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641848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Yahoo Finance (yfinance) — price history, fundamentals, and chart payloads streamed to UI.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777240"/>
            <a:ext cx="576072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777240"/>
            <a:ext cx="5760720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7772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search_uploaded_documents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1197864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BM25 Okapi full-text search over user-uploaded PDFs extracted and cached in Redis.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258568"/>
            <a:ext cx="576072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258568"/>
            <a:ext cx="57607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79" y="22585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sec_edgar_search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267919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SEC EDGAR filing lookup — 10-K, 10-Q, 8-K for public company regulatory data.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39896"/>
            <a:ext cx="5760720" cy="1371600"/>
          </a:xfrm>
          <a:prstGeom prst="rect">
            <a:avLst/>
          </a:prstGeom>
          <a:solidFill>
            <a:srgbClr val="0F204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739896"/>
            <a:ext cx="576072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373989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evaluate_research_completeness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416052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Self-assessment tool. Scores breadth, depth, recency, source diversity (0–100).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855F7"/>
                </a:solidFill>
              </a:rPr>
              <a:t>Database Schema — 12 Tables (PostgreSQL)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283464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79552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612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sid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3990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display_name,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3677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avatar_url, theme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874519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last_login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77724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7832" y="777240"/>
            <a:ext cx="283464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0984" y="79552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1612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id UUID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3990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title,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163677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report_markdown (TEXT)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1874519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message_history (JSONB)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211226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trace_steps (JSONB)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23500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owner_sid (FK→users)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77724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777240"/>
            <a:ext cx="2834640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79552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agent_memory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3" y="11612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id UUID (PK)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3" y="13990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session_id (FK→sessions)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3" y="163677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entity, entity_type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3" y="1874519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facts (JSONB array)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26296" y="77724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26296" y="777240"/>
            <a:ext cx="2834640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79552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research_jobs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11612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id UUID (PK)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13990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query, webhook_url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7736" y="163677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status: queued|running|done|failed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7736" y="1874519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result_markdown, 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78892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2788920"/>
            <a:ext cx="2834640" cy="34747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280720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teams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1729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id UUID (PK)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34107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slug (UNIQUE)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36484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display_name, description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38862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created_by (FK→users)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27832" y="278892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27832" y="2788920"/>
            <a:ext cx="283464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00984" y="280720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team_members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9272" y="31729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team_id + sid (PK)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9272" y="34107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role: owner|admin|member|viewer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9272" y="36484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joined_at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27064" y="278892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27064" y="2788920"/>
            <a:ext cx="283464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0216" y="280720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session_teams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8503" y="31729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session_id + team_id (PK)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8503" y="34107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shared_at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26296" y="278892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26296" y="2788920"/>
            <a:ext cx="283464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9448" y="280720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comments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17736" y="31729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id UUID (PK)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17736" y="34107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session_id (FK)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17736" y="36484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author_sid (FK)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17736" y="38862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body, mentions (JSONB)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17736" y="412394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parent_id (self-FK for threads)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480060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8600" y="4800600"/>
            <a:ext cx="283464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1752" y="48188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pinned_sessions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51846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sid + session_id + team_id (PK)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54223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pinned_at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27832" y="480060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27832" y="4800600"/>
            <a:ext cx="2834640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00984" y="48188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notifications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9272" y="51846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id UUID (PK)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9272" y="54223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recipient_sid (FK)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19272" y="56601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type, payload (JSONB)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19272" y="589788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read (BOOLEAN)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27064" y="4800600"/>
            <a:ext cx="2834640" cy="1874519"/>
          </a:xfrm>
          <a:prstGeom prst="rect">
            <a:avLst/>
          </a:prstGeom>
          <a:solidFill>
            <a:srgbClr val="0F204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27064" y="4800600"/>
            <a:ext cx="2834640" cy="34747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0216" y="48188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</a:rPr>
              <a:t>team_activity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18503" y="51846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id UUID (PK)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18503" y="54223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team_id (FK)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18503" y="56601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actor_sid (FK)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18503" y="589788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· action, payload (JSONB)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0A5FA"/>
                </a:solidFill>
              </a:rPr>
              <a:t>Session Sharing Model &amp; Team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7589520" cy="5852160"/>
          </a:xfrm>
          <a:prstGeom prst="rect">
            <a:avLst/>
          </a:prstGeom>
          <a:solidFill>
            <a:srgbClr val="0F204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04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Session Visibility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628"/>
                </a:solidFill>
              </a:rPr>
              <a:t>PRIVATE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46304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Only the owner can access.
Default state for new sessions.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43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182880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628"/>
                </a:solidFill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06324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Shared to one or more teams.
Any team member can view via /share/{id}.
Requires JWT auth + team membership check.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82880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628"/>
                </a:solidFill>
              </a:rPr>
              <a:t>PUBLIC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66344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is_public=TRUE.
Accessible by anyone without auth.
Permanent URL: /share/{uuid}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777240"/>
            <a:ext cx="3840480" cy="5852160"/>
          </a:xfrm>
          <a:prstGeom prst="rect">
            <a:avLst/>
          </a:prstGeom>
          <a:solidFill>
            <a:srgbClr val="0F20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8046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Team RBAC Roles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371600"/>
            <a:ext cx="1371600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371600"/>
            <a:ext cx="1371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</a:rPr>
              <a:t>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14630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Full control: edit team,
manage members, delete sessions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2651760"/>
            <a:ext cx="1371600" cy="11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2651760"/>
            <a:ext cx="1371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7432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Manage members, share/unshare
sessions, moderate comments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931920"/>
            <a:ext cx="137160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3931920"/>
            <a:ext cx="1371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</a:rPr>
              <a:t>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02335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View team sessions, share
own sessions to team, comment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5212079"/>
            <a:ext cx="1371600" cy="1143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5212079"/>
            <a:ext cx="1371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</a:rPr>
              <a:t>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5303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Read-only: view shared sessions
and comments, no write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0A5FA"/>
                </a:solidFill>
              </a:rPr>
              <a:t>Frontend Architecture — SvelteKit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760720" cy="356616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Route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5532120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+layout.server.ts  →  JWT guard, user hydration, redirect to /login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39388"/>
            <a:ext cx="5532120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/(app)/+page.svelte  →  Research workspace (main chat + session list)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90057"/>
            <a:ext cx="5532120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/(app)/teams/[slug]  →  Team dashboard, members, pinned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40725"/>
            <a:ext cx="5532120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/(app)/notifications  →  Notification inbox (polled every 30s)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991394"/>
            <a:ext cx="5532120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/share/[id]/+page.ts  →  SvelteKit fetch (cookies forwarded) → read-only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442062"/>
            <a:ext cx="5532120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/login  +  /auth/callback  →  OIDC redirect &amp; token exchange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892731"/>
            <a:ext cx="5532120" cy="4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/dashboard  →  Usage stats: tokens, cost, top queries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777240"/>
            <a:ext cx="5760720" cy="356616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822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Key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188720"/>
            <a:ext cx="55321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ChatThread.svelte  →  SSE listener, streaming tokens, trace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19656"/>
            <a:ext cx="55321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ResearchSwimlane.svelte  →  Visual tool-call 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50591"/>
            <a:ext cx="55321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$lib/api/sessions.ts  →  Typed REST client (credentials: include)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81528"/>
            <a:ext cx="55321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$lib/stores/  →  Svelte stores: chat messages, trace, session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712463"/>
            <a:ext cx="55321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Polling  →  setInterval 30s → GET /api/notifications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11612880" cy="2148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526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Authentication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92040"/>
            <a:ext cx="1138428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1. +layout.server.ts reads jwt cookie on every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181600"/>
            <a:ext cx="1138428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2. No JWT → redirect to /login (public paths exempt)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471160"/>
            <a:ext cx="1138428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3. /login → GET /api/auth/login → OIDC provider redirect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760720"/>
            <a:ext cx="1138428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4. OIDC callback → exchange code → upsert user → set jwt cookie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6050280"/>
            <a:ext cx="1138428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5. All fetch() calls use credentials:'include' (same-origin cookies)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6339840"/>
            <a:ext cx="1138428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6. JWT decoded by FastAPI get_current_user / get_optional_user deps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B8A6"/>
                </a:solidFill>
              </a:rPr>
              <a:t>AWS Infrastructure &amp; Credential Rotation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669280" cy="5852160"/>
          </a:xfrm>
          <a:prstGeom prst="rect">
            <a:avLst/>
          </a:prstGeom>
          <a:solidFill>
            <a:srgbClr val="0F2040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046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</a:rPr>
              <a:t>AWS Secrets 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394960" cy="2423160"/>
          </a:xfrm>
          <a:prstGeom prst="rect">
            <a:avLst/>
          </a:prstGeom>
          <a:solidFill>
            <a:srgbClr val="162D5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55F7"/>
                </a:solidFill>
              </a:rPr>
              <a:t>DB Secret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9928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{
  "host": "rds.amazonaws.com",
  "port": 5432,
  "username": "app",
  "password": "...",
  "dbname": "research"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977639"/>
            <a:ext cx="5394960" cy="2423160"/>
          </a:xfrm>
          <a:prstGeom prst="rect">
            <a:avLst/>
          </a:prstGeom>
          <a:solidFill>
            <a:srgbClr val="162D5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02335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Redis Secret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61688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{
  "url": "rediss://cluster:6379",
  "auth_token": "..."
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777240"/>
            <a:ext cx="5760720" cy="5852160"/>
          </a:xfrm>
          <a:prstGeom prst="rect">
            <a:avLst/>
          </a:prstGeom>
          <a:solidFill>
            <a:srgbClr val="0F204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8046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</a:rPr>
              <a:t>Automatic Rotation Recovery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34747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258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37160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AWS rotates secret (scheduled or on-demand)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892807"/>
            <a:ext cx="347472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92807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938527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Old password still valid during rotation window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59736"/>
            <a:ext cx="347472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459736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50545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Pool.acquire() → new connection → Postgres rejects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026663"/>
            <a:ext cx="347472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026663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072383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asyncpg raises InvalidPasswordError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593591"/>
            <a:ext cx="347472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593591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639311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_acquire() catches → calls _reset_pool()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160520"/>
            <a:ext cx="347472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1605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20624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Pool closed, secret cache evicted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727448"/>
            <a:ext cx="347472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727448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77316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get_db_secret() → Secrets Manager → fresh creds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294376"/>
            <a:ext cx="347472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294376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34009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New pool created with new DSN + ssl='require'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861304"/>
            <a:ext cx="347472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861304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5907024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Request retried — transparent to caller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644652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</a:rPr>
              <a:t>Same pattern for Redis (AuthenticationError → _reset_client())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C55E"/>
                </a:solidFill>
              </a:rPr>
              <a:t>Key Data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760720" cy="2788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Research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5532120" cy="33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1. User submits query → POST /api/research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528354"/>
            <a:ext cx="5532120" cy="33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2. Redis: check for cached PDF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67988"/>
            <a:ext cx="5532120" cy="33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3. DB: load agent_memory for context enrichment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07622"/>
            <a:ext cx="5532120" cy="33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4. Agent executes 4-phase loop with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47257"/>
            <a:ext cx="5532120" cy="33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5. SSE events stream tokens + tool calls to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886891"/>
            <a:ext cx="5532120" cy="33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6. final_report event → client saves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226525"/>
            <a:ext cx="5532120" cy="33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7. Background: extract entities → agent_memory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777240"/>
            <a:ext cx="5760720" cy="2788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822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</a:rPr>
              <a:t>Comment &amp;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8872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1. User posts comment with @username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58496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2. Backend regex-parses @mentions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81199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3. Notification row created per mentioned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39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4. Frontend polls GET /api/notifications every 30s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7368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5. Badge appears on notification icon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6992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6. User clicks → reads → PATCH /read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5760720" cy="2788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7490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PDF Document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11480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1. User uploads PDF → POST /api/documents/upload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51104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2. pdfplumber extracts text → stored in Redis (24h TTL)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90728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3. Session key returned to 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30352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4. Research request includes pdf_session_key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69976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5. search_uploaded_documents tool: BM25 search over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6095999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6. Relevant chunks injected into agent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703320"/>
            <a:ext cx="5760720" cy="2788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37490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Async Webhook Jobs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11480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1. Caller: POST /api/research/async + webhook_url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1104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2. Job row created (status: queued) → job_id returned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90728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3. BackgroundTask: run agent loop async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30352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4. On complete: POST result_markdown to webhook_url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99760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5. Caller: GET /api/research/jobs/{id} to poll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095999"/>
            <a:ext cx="553212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6. Job statuses: queued → running → done|failed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A84C"/>
                </a:solidFill>
              </a:rPr>
              <a:t>API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77724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4980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68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987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Stream research SSE  ·  model, query, depth, rules, pdf_session_key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35024"/>
            <a:ext cx="77724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335024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3533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/api/research/async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Async job + webhook  ·  returns job_id for polling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920240"/>
            <a:ext cx="777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9202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9385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/api/research/jobs/{id}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1579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Poll async job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505456"/>
            <a:ext cx="777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2505456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List sessions for current user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090672"/>
            <a:ext cx="77724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30906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108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32841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Create new session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675888"/>
            <a:ext cx="777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367588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6941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/api/sessions/{id}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913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Get session (owner/team check enforced)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261104"/>
            <a:ext cx="77724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4261104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279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/api/sessions/{id}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4988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Update title / report / visibility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846320"/>
            <a:ext cx="77724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4846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DELETE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8646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/api/sessions/{id}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840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Delete session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5431536"/>
            <a:ext cx="77724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5431536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449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/api/sessions/{id}/share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6692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Make session public  →  returns share_url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6016752"/>
            <a:ext cx="77724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60167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6035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/api/sessions/{id}/teams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62544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Share session to team  →  visibility=team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749808"/>
            <a:ext cx="777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74980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768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/api/share/{id}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987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Public/team read-only  ·  auth optional (team check if authed)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1335024"/>
            <a:ext cx="77724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1335024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13533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/api/documents/upload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Upload PDF  →  Redis cached  →  returns session_key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1920240"/>
            <a:ext cx="777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19202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19385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/api/teams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21579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List user's teams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2505456"/>
            <a:ext cx="77724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2505456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/api/teams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Create team (caller becomes owner)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090672"/>
            <a:ext cx="777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30906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0880" y="3108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/api/teams/{slug}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332841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Get team + member list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3675888"/>
            <a:ext cx="77724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367588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POST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36941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/api/teams/{slug}/members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80" y="3913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Add member with role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4261104"/>
            <a:ext cx="777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20" y="4261104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GET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0" y="4279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/api/notifications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40880" y="44988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Unread notification list (poll every 30s)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4846320"/>
            <a:ext cx="77724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0" y="4846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PATCH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40880" y="48646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/api/notifications/{id}/read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40880" y="50840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Mark single notification read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5431536"/>
            <a:ext cx="777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0" y="5431536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GET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0880" y="5449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/api/usage/summary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0880" y="56692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Token usage, cost, top queries dashboard stats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6016752"/>
            <a:ext cx="777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17920" y="60167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GET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0880" y="6035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C76A"/>
                </a:solidFill>
              </a:rPr>
              <a:t>/health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40880" y="62544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Health check  →  {status: ok, version: 1.0.0}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A84C"/>
                </a:solidFill>
              </a:rPr>
              <a:t>Key Architectural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384048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95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</a:rPr>
              <a:t>SSE over WebSocket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612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One-way streaming fits research output perfectly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27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Works through all proxies and CDNs without upgrade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042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Compatible with serverless (no persistent connection)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757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Native browser EventSource API — no extra library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749808"/>
            <a:ext cx="384048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795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asyncpg Direct (no ORM)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1612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Maximum async performance — no sync blocking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7327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Advisory locks for safe concurrent schema migrations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042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Full JSONB support for message_history &amp; trace_steps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757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Simple typed queries without abstraction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749808"/>
            <a:ext cx="384048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795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</a:rPr>
              <a:t>Mandatory Research Phases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1612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Prevents shallow one-shot responses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7327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Forces self-evaluation before writing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042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Minimum 4 tool calls ensures breadth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7578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Conflict detection adds credibility signals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584448"/>
            <a:ext cx="384048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630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Graceful Degradation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9959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Redis unavailable → in-memory fallback (app keeps running)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674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DB not configured → endpoints return empty (not 500)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1389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OIDC not set → dev bypass for local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7104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Each service fails independently, not catastrophically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584448"/>
            <a:ext cx="384048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79" y="3630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</a:rPr>
              <a:t>Secret Rotation at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9959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No restart required when AWS rotates credentials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5674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Auth errors detected on next pool.acquire()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1389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Single retry after re-fetching from Secrets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7104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asyncio.Lock prevents thundering-herd on reset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3584448"/>
            <a:ext cx="384048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3630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RBAC + Visibility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9959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3-tier session visibility: private → team → 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5674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4-tier team roles: owner → admin → member → viewer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1389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Permanent share URLs: /share/{uuid} never changes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10428"/>
            <a:ext cx="361188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Team membership verified server-side on every request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C55E"/>
                </a:solidFill>
              </a:rPr>
              <a:t>Deployment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669280" cy="365760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Local Development (Docker Compose)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544068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docker compose up -d  →  starts Postgres 16 + Redis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52451"/>
            <a:ext cx="544068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cp backend/.env.example backend/.env  →  fill in API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16182"/>
            <a:ext cx="544068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DATABASE_URL=postgresql://postgres:postgres@localhost:5432/research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79914"/>
            <a:ext cx="544068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REDIS_URL=redis://localhost:6379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043645"/>
            <a:ext cx="544068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DEV_AUTH_BYPASS=true  →  skip OIDC for local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507377"/>
            <a:ext cx="544068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cd backend &amp;&amp; uvicorn app.main:app --reload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971108"/>
            <a:ext cx="544068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cd frontend &amp;&amp; npm install &amp;&amp; npm run dev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5760720" cy="365760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822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</a:rPr>
              <a:t>AWS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188720"/>
            <a:ext cx="553212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Set AWS_SECRET_NAME=prod/myapp/db (JSON: host/port/username/password/dbname)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52451"/>
            <a:ext cx="553212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Set AWS_ELASTICACHE_SECRET_NAME=prod/myapp/redis (JSON: url/auth_token)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16182"/>
            <a:ext cx="553212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Set AWS_REGION=us-east-1 (or your region)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79914"/>
            <a:ext cx="553212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SSL auto-enabled for Postgres; TLS (rediss://) auto-enabled for 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043645"/>
            <a:ext cx="553212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DATABASE_URL and REDIS_URL are ignored when AWS secrets are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507377"/>
            <a:ext cx="553212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Credential rotation handled automatically — no restarts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971108"/>
            <a:ext cx="5532120" cy="46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Health check: GET /health  →  use for ECS/ALB target group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617720"/>
            <a:ext cx="11612880" cy="2011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6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663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</a:rPr>
              <a:t>Required Environment Variables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029200"/>
            <a:ext cx="11384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OPENAI_API_KEY  —  GPT-4o for research + memory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257800"/>
            <a:ext cx="11384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TAVILY_API_KEY  —  web search 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486400"/>
            <a:ext cx="11384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JWT_SECRET  —  HS256 signing key (change from default in prod!)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715000"/>
            <a:ext cx="11384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ALLOWED_ORIGINS  —  CORS whitelist (JSON array of URLs)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943600"/>
            <a:ext cx="11384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OIDC_ISSUER + OIDC_CLIENT_ID + OIDC_CLIENT_SECRET  —  SSO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6172200"/>
            <a:ext cx="11384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APP_BASE_URL  —  used for OIDC redirect URI construction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6400800"/>
            <a:ext cx="11384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▸ ANTHROPIC_API_KEY  —  optional, enables Claude Sonnet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56048" y="1645920"/>
            <a:ext cx="2286000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56048" y="1645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0A1628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1F5F9"/>
                </a:solidFill>
              </a:rPr>
              <a:t>Playbook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C9A84C"/>
                </a:solidFill>
              </a:rPr>
              <a:t>Questions?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77840"/>
            <a:ext cx="2697480" cy="777240"/>
          </a:xfrm>
          <a:prstGeom prst="rect">
            <a:avLst/>
          </a:prstGeom>
          <a:solidFill>
            <a:srgbClr val="0F20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052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2531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FastAPI + PydanticAI + asyncpg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5577840"/>
            <a:ext cx="2697480" cy="777240"/>
          </a:xfrm>
          <a:prstGeom prst="rect">
            <a:avLst/>
          </a:prstGeom>
          <a:solidFill>
            <a:srgbClr val="0F204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6052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92531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SvelteKit + TypeScript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577840"/>
            <a:ext cx="2697480" cy="777240"/>
          </a:xfrm>
          <a:prstGeom prst="rect">
            <a:avLst/>
          </a:prstGeom>
          <a:solidFill>
            <a:srgbClr val="0F204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56052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AI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592531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GPT-4o + Claude Sonnet 4.6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577840"/>
            <a:ext cx="2697480" cy="777240"/>
          </a:xfrm>
          <a:prstGeom prst="rect">
            <a:avLst/>
          </a:prstGeom>
          <a:solidFill>
            <a:srgbClr val="0F20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56052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</a:rPr>
              <a:t>Infra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92531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PostgreSQL + Redis + AWS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